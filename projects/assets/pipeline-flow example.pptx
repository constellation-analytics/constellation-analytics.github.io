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4610"/>
  </p:normalViewPr>
  <p:slideViewPr>
    <p:cSldViewPr snapToGrid="0" snapToObjects="1">
      <p:cViewPr>
        <p:scale>
          <a:sx n="190" d="100"/>
          <a:sy n="190" d="100"/>
        </p:scale>
        <p:origin x="-18" y="-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637470"/>
            <a:ext cx="7951125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637470"/>
            <a:ext cx="7951125" cy="246888"/>
          </a:xfrm>
          <a:prstGeom prst="rect">
            <a:avLst/>
          </a:prstGeom>
          <a:solidFill>
            <a:srgbClr val="213345"/>
          </a:solidFill>
          <a:ln w="12700">
            <a:solidFill>
              <a:srgbClr val="213345"/>
            </a:solidFill>
            <a:prstDash val="solid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6490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20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STAGE 1  —  CHANGE DETECTION</a:t>
            </a:r>
            <a:endParaRPr lang="en-US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B357071-BC66-30E7-C125-5CDC319A5630}"/>
              </a:ext>
            </a:extLst>
          </p:cNvPr>
          <p:cNvGrpSpPr/>
          <p:nvPr/>
        </p:nvGrpSpPr>
        <p:grpSpPr>
          <a:xfrm>
            <a:off x="438912" y="982941"/>
            <a:ext cx="1116000" cy="548640"/>
            <a:chOff x="438912" y="1005840"/>
            <a:chExt cx="1224000" cy="548640"/>
          </a:xfrm>
        </p:grpSpPr>
        <p:sp>
          <p:nvSpPr>
            <p:cNvPr id="7" name="Shape 5"/>
            <p:cNvSpPr/>
            <p:nvPr/>
          </p:nvSpPr>
          <p:spPr>
            <a:xfrm>
              <a:off x="438912" y="1005840"/>
              <a:ext cx="1224000" cy="548640"/>
            </a:xfrm>
            <a:prstGeom prst="rect">
              <a:avLst/>
            </a:prstGeom>
            <a:solidFill>
              <a:srgbClr val="E8F7EC"/>
            </a:solidFill>
            <a:ln w="12700">
              <a:solidFill>
                <a:srgbClr val="23A942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438912" y="1005840"/>
              <a:ext cx="1224000" cy="45720"/>
            </a:xfrm>
            <a:prstGeom prst="rect">
              <a:avLst/>
            </a:prstGeom>
            <a:solidFill>
              <a:srgbClr val="23A942"/>
            </a:solidFill>
            <a:ln w="12700">
              <a:solidFill>
                <a:srgbClr val="23A942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1069848"/>
              <a:ext cx="1102043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INPUT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02920" y="1197864"/>
              <a:ext cx="1102043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Edited Workfile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" name="Shape 9"/>
          <p:cNvSpPr/>
          <p:nvPr/>
        </p:nvSpPr>
        <p:spPr>
          <a:xfrm>
            <a:off x="2543243" y="1257261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8F0C2E3-52F9-5539-9210-36B9BD916850}"/>
              </a:ext>
            </a:extLst>
          </p:cNvPr>
          <p:cNvGrpSpPr/>
          <p:nvPr/>
        </p:nvGrpSpPr>
        <p:grpSpPr>
          <a:xfrm>
            <a:off x="2857283" y="982941"/>
            <a:ext cx="1116000" cy="548640"/>
            <a:chOff x="1965960" y="1005840"/>
            <a:chExt cx="1224000" cy="548640"/>
          </a:xfrm>
        </p:grpSpPr>
        <p:sp>
          <p:nvSpPr>
            <p:cNvPr id="12" name="Shape 10"/>
            <p:cNvSpPr/>
            <p:nvPr/>
          </p:nvSpPr>
          <p:spPr>
            <a:xfrm>
              <a:off x="1965960" y="1005840"/>
              <a:ext cx="1224000" cy="548640"/>
            </a:xfrm>
            <a:prstGeom prst="rect">
              <a:avLst/>
            </a:prstGeom>
            <a:solidFill>
              <a:srgbClr val="E8F3FB"/>
            </a:solidFill>
            <a:ln w="12700">
              <a:solidFill>
                <a:srgbClr val="0972BC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1965960" y="1005840"/>
              <a:ext cx="1224000" cy="45720"/>
            </a:xfrm>
            <a:prstGeom prst="rect">
              <a:avLst/>
            </a:prstGeom>
            <a:solidFill>
              <a:srgbClr val="0972BC"/>
            </a:solidFill>
            <a:ln w="12700">
              <a:solidFill>
                <a:srgbClr val="0972BC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2029968" y="1069848"/>
              <a:ext cx="1101376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STAGING</a:t>
              </a:r>
              <a:r>
                <a:rPr lang="en-US" sz="600" b="1" kern="0" spc="40" dirty="0">
                  <a:solidFill>
                    <a:srgbClr val="95A5A6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</a:t>
              </a: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TABLE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029968" y="1197864"/>
              <a:ext cx="110137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stg_data_in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" name="Shape 14"/>
          <p:cNvSpPr/>
          <p:nvPr/>
        </p:nvSpPr>
        <p:spPr>
          <a:xfrm>
            <a:off x="4086155" y="1257261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C142949-C899-B433-D41D-5C1659FD6368}"/>
              </a:ext>
            </a:extLst>
          </p:cNvPr>
          <p:cNvGrpSpPr/>
          <p:nvPr/>
        </p:nvGrpSpPr>
        <p:grpSpPr>
          <a:xfrm>
            <a:off x="4400195" y="982941"/>
            <a:ext cx="1116000" cy="548640"/>
            <a:chOff x="3493008" y="1005840"/>
            <a:chExt cx="1224000" cy="548640"/>
          </a:xfrm>
        </p:grpSpPr>
        <p:sp>
          <p:nvSpPr>
            <p:cNvPr id="17" name="Shape 15"/>
            <p:cNvSpPr/>
            <p:nvPr/>
          </p:nvSpPr>
          <p:spPr>
            <a:xfrm>
              <a:off x="3493008" y="1005840"/>
              <a:ext cx="1224000" cy="548640"/>
            </a:xfrm>
            <a:prstGeom prst="rect">
              <a:avLst/>
            </a:prstGeom>
            <a:solidFill>
              <a:srgbClr val="EBF0F5"/>
            </a:solidFill>
            <a:ln w="12700">
              <a:solidFill>
                <a:srgbClr val="213345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3493008" y="1005840"/>
              <a:ext cx="1224000" cy="45720"/>
            </a:xfrm>
            <a:prstGeom prst="rect">
              <a:avLst/>
            </a:prstGeom>
            <a:solidFill>
              <a:srgbClr val="213345"/>
            </a:solidFill>
            <a:ln w="12700">
              <a:solidFill>
                <a:srgbClr val="213345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557016" y="1069848"/>
              <a:ext cx="110070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STORED PROCEDURE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557016" y="1197864"/>
              <a:ext cx="1100709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detect_changes()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Shape 24"/>
          <p:cNvSpPr/>
          <p:nvPr/>
        </p:nvSpPr>
        <p:spPr>
          <a:xfrm>
            <a:off x="5629067" y="1257261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0500C2C-3046-F04C-F327-BC4A6292973D}"/>
              </a:ext>
            </a:extLst>
          </p:cNvPr>
          <p:cNvGrpSpPr/>
          <p:nvPr/>
        </p:nvGrpSpPr>
        <p:grpSpPr>
          <a:xfrm>
            <a:off x="5943106" y="982941"/>
            <a:ext cx="1116000" cy="548640"/>
            <a:chOff x="6547104" y="1005840"/>
            <a:chExt cx="1224000" cy="548640"/>
          </a:xfrm>
        </p:grpSpPr>
        <p:sp>
          <p:nvSpPr>
            <p:cNvPr id="27" name="Shape 25"/>
            <p:cNvSpPr/>
            <p:nvPr/>
          </p:nvSpPr>
          <p:spPr>
            <a:xfrm>
              <a:off x="6547104" y="1005840"/>
              <a:ext cx="1224000" cy="548640"/>
            </a:xfrm>
            <a:prstGeom prst="rect">
              <a:avLst/>
            </a:prstGeom>
            <a:solidFill>
              <a:srgbClr val="FFF5E0"/>
            </a:solidFill>
            <a:ln w="12700">
              <a:solidFill>
                <a:srgbClr val="FFA50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6547104" y="1005840"/>
              <a:ext cx="1224000" cy="45720"/>
            </a:xfrm>
            <a:prstGeom prst="rect">
              <a:avLst/>
            </a:prstGeom>
            <a:solidFill>
              <a:srgbClr val="FFA500"/>
            </a:solidFill>
            <a:ln w="12700">
              <a:solidFill>
                <a:srgbClr val="FFA500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611112" y="1069848"/>
              <a:ext cx="1099376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CHANGE LOG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611112" y="1197864"/>
              <a:ext cx="109937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Status: Requested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1" name="Shape 29"/>
          <p:cNvSpPr/>
          <p:nvPr/>
        </p:nvSpPr>
        <p:spPr>
          <a:xfrm>
            <a:off x="256032" y="1788303"/>
            <a:ext cx="7951125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6032" y="1788303"/>
            <a:ext cx="7951125" cy="246888"/>
          </a:xfrm>
          <a:prstGeom prst="rect">
            <a:avLst/>
          </a:prstGeom>
          <a:solidFill>
            <a:srgbClr val="213345"/>
          </a:solidFill>
          <a:ln w="12700">
            <a:solidFill>
              <a:srgbClr val="213345"/>
            </a:solidFill>
            <a:prstDash val="solid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84048" y="1815735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20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STAGE 2  —  DATA QUALITY CHECK</a:t>
            </a:r>
            <a:endParaRPr lang="en-US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DC2D0C5-5FAA-FF3E-CEB8-8E71B5D289A5}"/>
              </a:ext>
            </a:extLst>
          </p:cNvPr>
          <p:cNvGrpSpPr/>
          <p:nvPr/>
        </p:nvGrpSpPr>
        <p:grpSpPr>
          <a:xfrm>
            <a:off x="438912" y="2442099"/>
            <a:ext cx="1116000" cy="548640"/>
            <a:chOff x="438912" y="2409444"/>
            <a:chExt cx="1224000" cy="548640"/>
          </a:xfrm>
        </p:grpSpPr>
        <p:sp>
          <p:nvSpPr>
            <p:cNvPr id="34" name="Shape 32"/>
            <p:cNvSpPr/>
            <p:nvPr/>
          </p:nvSpPr>
          <p:spPr>
            <a:xfrm>
              <a:off x="438912" y="2409444"/>
              <a:ext cx="1224000" cy="548640"/>
            </a:xfrm>
            <a:prstGeom prst="rect">
              <a:avLst/>
            </a:prstGeom>
            <a:solidFill>
              <a:srgbClr val="EBF0F5"/>
            </a:solidFill>
            <a:ln w="12700">
              <a:solidFill>
                <a:srgbClr val="213345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438912" y="2409444"/>
              <a:ext cx="1224000" cy="45720"/>
            </a:xfrm>
            <a:prstGeom prst="rect">
              <a:avLst/>
            </a:prstGeom>
            <a:solidFill>
              <a:srgbClr val="213345"/>
            </a:solidFill>
            <a:ln w="12700">
              <a:solidFill>
                <a:srgbClr val="213345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502920" y="2473452"/>
              <a:ext cx="1102043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STORED PROCEDURE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502920" y="2601468"/>
              <a:ext cx="1102043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expand_requested()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" name="Shape 36"/>
          <p:cNvSpPr/>
          <p:nvPr/>
        </p:nvSpPr>
        <p:spPr>
          <a:xfrm>
            <a:off x="1585136" y="2716419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28F9CD8-3A5C-58B2-5157-BA58FD966A01}"/>
              </a:ext>
            </a:extLst>
          </p:cNvPr>
          <p:cNvGrpSpPr/>
          <p:nvPr/>
        </p:nvGrpSpPr>
        <p:grpSpPr>
          <a:xfrm>
            <a:off x="1816528" y="2442099"/>
            <a:ext cx="1116000" cy="548640"/>
            <a:chOff x="1965960" y="2409444"/>
            <a:chExt cx="1224000" cy="548640"/>
          </a:xfrm>
        </p:grpSpPr>
        <p:sp>
          <p:nvSpPr>
            <p:cNvPr id="39" name="Shape 37"/>
            <p:cNvSpPr/>
            <p:nvPr/>
          </p:nvSpPr>
          <p:spPr>
            <a:xfrm>
              <a:off x="1965960" y="2409444"/>
              <a:ext cx="1224000" cy="548640"/>
            </a:xfrm>
            <a:prstGeom prst="rect">
              <a:avLst/>
            </a:prstGeom>
            <a:solidFill>
              <a:srgbClr val="E8F3FB"/>
            </a:solidFill>
            <a:ln w="12700">
              <a:solidFill>
                <a:srgbClr val="0972BC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1965960" y="2409444"/>
              <a:ext cx="1224000" cy="45720"/>
            </a:xfrm>
            <a:prstGeom prst="rect">
              <a:avLst/>
            </a:prstGeom>
            <a:solidFill>
              <a:srgbClr val="0972BC"/>
            </a:solidFill>
            <a:ln w="12700">
              <a:solidFill>
                <a:srgbClr val="0972BC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2029968" y="2473452"/>
              <a:ext cx="1101376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EXPANDED TABLE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2029968" y="2601468"/>
              <a:ext cx="110137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change_expanded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Shape 41"/>
          <p:cNvSpPr/>
          <p:nvPr/>
        </p:nvSpPr>
        <p:spPr>
          <a:xfrm>
            <a:off x="2962752" y="2712500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E599D79-9FE7-91BD-97D7-2F171A7956E3}"/>
              </a:ext>
            </a:extLst>
          </p:cNvPr>
          <p:cNvGrpSpPr/>
          <p:nvPr/>
        </p:nvGrpSpPr>
        <p:grpSpPr>
          <a:xfrm>
            <a:off x="3194144" y="2438180"/>
            <a:ext cx="1116000" cy="548640"/>
            <a:chOff x="3493008" y="2409444"/>
            <a:chExt cx="1224000" cy="548640"/>
          </a:xfrm>
        </p:grpSpPr>
        <p:sp>
          <p:nvSpPr>
            <p:cNvPr id="44" name="Shape 42"/>
            <p:cNvSpPr/>
            <p:nvPr/>
          </p:nvSpPr>
          <p:spPr>
            <a:xfrm>
              <a:off x="3493008" y="2409444"/>
              <a:ext cx="1224000" cy="548640"/>
            </a:xfrm>
            <a:prstGeom prst="rect">
              <a:avLst/>
            </a:prstGeom>
            <a:solidFill>
              <a:srgbClr val="EBF0F5"/>
            </a:solidFill>
            <a:ln w="12700">
              <a:solidFill>
                <a:srgbClr val="213345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3493008" y="2409444"/>
              <a:ext cx="1224000" cy="45720"/>
            </a:xfrm>
            <a:prstGeom prst="rect">
              <a:avLst/>
            </a:prstGeom>
            <a:solidFill>
              <a:srgbClr val="213345"/>
            </a:solidFill>
            <a:ln w="12700">
              <a:solidFill>
                <a:srgbClr val="213345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3557016" y="2473452"/>
              <a:ext cx="110070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STORED PROCEDURE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3557016" y="2601468"/>
              <a:ext cx="1100709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data_quality_check()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8" name="Shape 46"/>
          <p:cNvSpPr/>
          <p:nvPr/>
        </p:nvSpPr>
        <p:spPr>
          <a:xfrm>
            <a:off x="4584896" y="2384585"/>
            <a:ext cx="0" cy="654448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576353" y="2377437"/>
            <a:ext cx="164592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64628" y="2210886"/>
            <a:ext cx="310896" cy="310896"/>
          </a:xfrm>
          <a:prstGeom prst="ellipse">
            <a:avLst/>
          </a:prstGeom>
          <a:solidFill>
            <a:srgbClr val="E8F7EC"/>
          </a:solidFill>
          <a:ln w="19050">
            <a:solidFill>
              <a:srgbClr val="23A942"/>
            </a:solidFill>
            <a:prstDash val="solid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766662" y="21970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3A942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OK</a:t>
            </a:r>
            <a:endParaRPr lang="en-US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102472" y="2377437"/>
            <a:ext cx="164592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31C4A1A-2BA9-6D8B-9859-9B23E54D7424}"/>
              </a:ext>
            </a:extLst>
          </p:cNvPr>
          <p:cNvGrpSpPr/>
          <p:nvPr/>
        </p:nvGrpSpPr>
        <p:grpSpPr>
          <a:xfrm>
            <a:off x="5297288" y="2106383"/>
            <a:ext cx="1116000" cy="548640"/>
            <a:chOff x="5623560" y="2084832"/>
            <a:chExt cx="1224000" cy="548640"/>
          </a:xfrm>
        </p:grpSpPr>
        <p:sp>
          <p:nvSpPr>
            <p:cNvPr id="53" name="Shape 51"/>
            <p:cNvSpPr/>
            <p:nvPr/>
          </p:nvSpPr>
          <p:spPr>
            <a:xfrm>
              <a:off x="5623560" y="2084832"/>
              <a:ext cx="1224000" cy="548640"/>
            </a:xfrm>
            <a:prstGeom prst="rect">
              <a:avLst/>
            </a:prstGeom>
            <a:solidFill>
              <a:srgbClr val="FFF5E0"/>
            </a:solidFill>
            <a:ln w="12700">
              <a:solidFill>
                <a:srgbClr val="FFA50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5623560" y="2084832"/>
              <a:ext cx="1224000" cy="45720"/>
            </a:xfrm>
            <a:prstGeom prst="rect">
              <a:avLst/>
            </a:prstGeom>
            <a:solidFill>
              <a:srgbClr val="FFA500"/>
            </a:solidFill>
            <a:ln w="12700">
              <a:solidFill>
                <a:srgbClr val="FFA500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5687568" y="2148840"/>
              <a:ext cx="110159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CHANGE LOG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5687568" y="2276856"/>
              <a:ext cx="1101599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Status: In Progress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8" name="Shape 56"/>
          <p:cNvSpPr/>
          <p:nvPr/>
        </p:nvSpPr>
        <p:spPr>
          <a:xfrm>
            <a:off x="4761352" y="2886888"/>
            <a:ext cx="310896" cy="310896"/>
          </a:xfrm>
          <a:prstGeom prst="ellipse">
            <a:avLst/>
          </a:prstGeom>
          <a:solidFill>
            <a:srgbClr val="FDE8DF"/>
          </a:solidFill>
          <a:ln w="19050">
            <a:solidFill>
              <a:srgbClr val="E64800"/>
            </a:solidFill>
            <a:prstDash val="solid"/>
          </a:ln>
        </p:spPr>
        <p:txBody>
          <a:bodyPr/>
          <a:lstStyle/>
          <a:p>
            <a:endParaRPr lang="en-AU" sz="3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759706" y="28921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480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NOT OK</a:t>
            </a:r>
            <a:endParaRPr lang="en-US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102472" y="3042336"/>
            <a:ext cx="164592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9D68D8A-24F3-31AB-E015-B75C449BCD51}"/>
              </a:ext>
            </a:extLst>
          </p:cNvPr>
          <p:cNvGrpSpPr/>
          <p:nvPr/>
        </p:nvGrpSpPr>
        <p:grpSpPr>
          <a:xfrm>
            <a:off x="5297288" y="2768016"/>
            <a:ext cx="1116000" cy="548640"/>
            <a:chOff x="5623560" y="2739280"/>
            <a:chExt cx="1224000" cy="548640"/>
          </a:xfrm>
        </p:grpSpPr>
        <p:sp>
          <p:nvSpPr>
            <p:cNvPr id="61" name="Shape 59"/>
            <p:cNvSpPr/>
            <p:nvPr/>
          </p:nvSpPr>
          <p:spPr>
            <a:xfrm>
              <a:off x="5623560" y="2739280"/>
              <a:ext cx="1224000" cy="548640"/>
            </a:xfrm>
            <a:prstGeom prst="rect">
              <a:avLst/>
            </a:prstGeom>
            <a:solidFill>
              <a:srgbClr val="FDE8DF"/>
            </a:solidFill>
            <a:ln w="12700">
              <a:solidFill>
                <a:srgbClr val="E6480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5623560" y="2739280"/>
              <a:ext cx="1224000" cy="45720"/>
            </a:xfrm>
            <a:prstGeom prst="rect">
              <a:avLst/>
            </a:prstGeom>
            <a:solidFill>
              <a:srgbClr val="E64800"/>
            </a:solidFill>
            <a:ln w="12700">
              <a:solidFill>
                <a:srgbClr val="E64800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Text 61"/>
            <p:cNvSpPr/>
            <p:nvPr/>
          </p:nvSpPr>
          <p:spPr>
            <a:xfrm>
              <a:off x="5687567" y="2803288"/>
              <a:ext cx="110160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CHANGE LOG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Text 62"/>
            <p:cNvSpPr/>
            <p:nvPr/>
          </p:nvSpPr>
          <p:spPr>
            <a:xfrm>
              <a:off x="5687567" y="2931304"/>
              <a:ext cx="11016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Status: Rejected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5" name="Shape 63"/>
          <p:cNvSpPr/>
          <p:nvPr/>
        </p:nvSpPr>
        <p:spPr>
          <a:xfrm>
            <a:off x="6443512" y="3051479"/>
            <a:ext cx="164592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F4656DC-2086-F9E7-ABB6-2774F2C7FF52}"/>
              </a:ext>
            </a:extLst>
          </p:cNvPr>
          <p:cNvGrpSpPr/>
          <p:nvPr/>
        </p:nvGrpSpPr>
        <p:grpSpPr>
          <a:xfrm>
            <a:off x="6638332" y="2768016"/>
            <a:ext cx="1116000" cy="548640"/>
            <a:chOff x="7114032" y="2739280"/>
            <a:chExt cx="1224000" cy="548640"/>
          </a:xfrm>
        </p:grpSpPr>
        <p:sp>
          <p:nvSpPr>
            <p:cNvPr id="66" name="Shape 64"/>
            <p:cNvSpPr/>
            <p:nvPr/>
          </p:nvSpPr>
          <p:spPr>
            <a:xfrm>
              <a:off x="7114032" y="2739280"/>
              <a:ext cx="1224000" cy="548640"/>
            </a:xfrm>
            <a:prstGeom prst="rect">
              <a:avLst/>
            </a:prstGeom>
            <a:solidFill>
              <a:srgbClr val="FDE8DF"/>
            </a:solidFill>
            <a:ln w="12700">
              <a:solidFill>
                <a:srgbClr val="E6480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7114032" y="2739280"/>
              <a:ext cx="1224000" cy="45720"/>
            </a:xfrm>
            <a:prstGeom prst="rect">
              <a:avLst/>
            </a:prstGeom>
            <a:solidFill>
              <a:srgbClr val="E64800"/>
            </a:solidFill>
            <a:ln w="12700">
              <a:solidFill>
                <a:srgbClr val="E64800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Text 66"/>
            <p:cNvSpPr/>
            <p:nvPr/>
          </p:nvSpPr>
          <p:spPr>
            <a:xfrm>
              <a:off x="7178040" y="2803288"/>
              <a:ext cx="1099185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DEFECT TABLE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7178040" y="2931304"/>
              <a:ext cx="1099185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Defect ID + Description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0" name="Shape 68"/>
          <p:cNvSpPr/>
          <p:nvPr/>
        </p:nvSpPr>
        <p:spPr>
          <a:xfrm>
            <a:off x="256032" y="3474720"/>
            <a:ext cx="7951125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256032" y="3483864"/>
            <a:ext cx="7951125" cy="246888"/>
          </a:xfrm>
          <a:prstGeom prst="rect">
            <a:avLst/>
          </a:prstGeom>
          <a:solidFill>
            <a:srgbClr val="0972BC"/>
          </a:solidFill>
          <a:ln w="12700">
            <a:solidFill>
              <a:srgbClr val="0972BC"/>
            </a:solidFill>
            <a:prstDash val="solid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384048" y="3502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20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STAGE 3  —  DATA UPDATE</a:t>
            </a:r>
            <a:endParaRPr lang="en-US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9CC9CD6-7408-B51C-CF1F-CDC9F0B4FE6F}"/>
              </a:ext>
            </a:extLst>
          </p:cNvPr>
          <p:cNvGrpSpPr/>
          <p:nvPr/>
        </p:nvGrpSpPr>
        <p:grpSpPr>
          <a:xfrm>
            <a:off x="1454783" y="3808391"/>
            <a:ext cx="1116000" cy="548640"/>
            <a:chOff x="438912" y="3803904"/>
            <a:chExt cx="1224000" cy="548640"/>
          </a:xfrm>
        </p:grpSpPr>
        <p:sp>
          <p:nvSpPr>
            <p:cNvPr id="73" name="Shape 71"/>
            <p:cNvSpPr/>
            <p:nvPr/>
          </p:nvSpPr>
          <p:spPr>
            <a:xfrm>
              <a:off x="438912" y="3803904"/>
              <a:ext cx="1224000" cy="548640"/>
            </a:xfrm>
            <a:prstGeom prst="rect">
              <a:avLst/>
            </a:prstGeom>
            <a:solidFill>
              <a:srgbClr val="EBF0F5"/>
            </a:solidFill>
            <a:ln w="12700">
              <a:solidFill>
                <a:srgbClr val="213345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438912" y="3803904"/>
              <a:ext cx="1224000" cy="45720"/>
            </a:xfrm>
            <a:prstGeom prst="rect">
              <a:avLst/>
            </a:prstGeom>
            <a:solidFill>
              <a:srgbClr val="213345"/>
            </a:solidFill>
            <a:ln w="12700">
              <a:solidFill>
                <a:srgbClr val="213345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502920" y="3867912"/>
              <a:ext cx="10972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STORED PROCEDURE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ext 74"/>
            <p:cNvSpPr/>
            <p:nvPr/>
          </p:nvSpPr>
          <p:spPr>
            <a:xfrm>
              <a:off x="502920" y="3995928"/>
              <a:ext cx="10972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expand_inprogress()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Shape 75"/>
          <p:cNvSpPr/>
          <p:nvPr/>
        </p:nvSpPr>
        <p:spPr>
          <a:xfrm>
            <a:off x="2595240" y="4082711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39EF7F7-F5F3-2784-8753-51F94D982891}"/>
              </a:ext>
            </a:extLst>
          </p:cNvPr>
          <p:cNvGrpSpPr/>
          <p:nvPr/>
        </p:nvGrpSpPr>
        <p:grpSpPr>
          <a:xfrm>
            <a:off x="2820865" y="3808391"/>
            <a:ext cx="1116000" cy="548640"/>
            <a:chOff x="1965960" y="3803904"/>
            <a:chExt cx="1224000" cy="548640"/>
          </a:xfrm>
        </p:grpSpPr>
        <p:sp>
          <p:nvSpPr>
            <p:cNvPr id="78" name="Shape 76"/>
            <p:cNvSpPr/>
            <p:nvPr/>
          </p:nvSpPr>
          <p:spPr>
            <a:xfrm>
              <a:off x="1965960" y="3803904"/>
              <a:ext cx="1224000" cy="548640"/>
            </a:xfrm>
            <a:prstGeom prst="rect">
              <a:avLst/>
            </a:prstGeom>
            <a:solidFill>
              <a:srgbClr val="E8F3FB"/>
            </a:solidFill>
            <a:ln w="12700">
              <a:solidFill>
                <a:srgbClr val="0972BC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Shape 77"/>
            <p:cNvSpPr/>
            <p:nvPr/>
          </p:nvSpPr>
          <p:spPr>
            <a:xfrm>
              <a:off x="1965960" y="3803904"/>
              <a:ext cx="1224000" cy="45720"/>
            </a:xfrm>
            <a:prstGeom prst="rect">
              <a:avLst/>
            </a:prstGeom>
            <a:solidFill>
              <a:srgbClr val="0972BC"/>
            </a:solidFill>
            <a:ln w="12700">
              <a:solidFill>
                <a:srgbClr val="0972BC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Text 78"/>
            <p:cNvSpPr/>
            <p:nvPr/>
          </p:nvSpPr>
          <p:spPr>
            <a:xfrm>
              <a:off x="2029968" y="3867912"/>
              <a:ext cx="109185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EXPANDED TABLE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1" name="Text 79"/>
            <p:cNvSpPr/>
            <p:nvPr/>
          </p:nvSpPr>
          <p:spPr>
            <a:xfrm>
              <a:off x="2029968" y="3995928"/>
              <a:ext cx="1091851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change_expanded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2" name="Shape 80"/>
          <p:cNvSpPr/>
          <p:nvPr/>
        </p:nvSpPr>
        <p:spPr>
          <a:xfrm>
            <a:off x="3961322" y="4082711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113976C-D356-BEDC-A76F-605C04BFDBE3}"/>
              </a:ext>
            </a:extLst>
          </p:cNvPr>
          <p:cNvGrpSpPr/>
          <p:nvPr/>
        </p:nvGrpSpPr>
        <p:grpSpPr>
          <a:xfrm>
            <a:off x="4186947" y="3808391"/>
            <a:ext cx="1116000" cy="548640"/>
            <a:chOff x="3493008" y="3803904"/>
            <a:chExt cx="1224000" cy="548640"/>
          </a:xfrm>
        </p:grpSpPr>
        <p:sp>
          <p:nvSpPr>
            <p:cNvPr id="83" name="Shape 81"/>
            <p:cNvSpPr/>
            <p:nvPr/>
          </p:nvSpPr>
          <p:spPr>
            <a:xfrm>
              <a:off x="3493008" y="3803904"/>
              <a:ext cx="1224000" cy="548640"/>
            </a:xfrm>
            <a:prstGeom prst="rect">
              <a:avLst/>
            </a:prstGeom>
            <a:solidFill>
              <a:srgbClr val="EBF0F5"/>
            </a:solidFill>
            <a:ln w="12700">
              <a:solidFill>
                <a:srgbClr val="213345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Shape 82"/>
            <p:cNvSpPr/>
            <p:nvPr/>
          </p:nvSpPr>
          <p:spPr>
            <a:xfrm>
              <a:off x="3493008" y="3803904"/>
              <a:ext cx="1224000" cy="45720"/>
            </a:xfrm>
            <a:prstGeom prst="rect">
              <a:avLst/>
            </a:prstGeom>
            <a:solidFill>
              <a:srgbClr val="213345"/>
            </a:solidFill>
            <a:ln w="12700">
              <a:solidFill>
                <a:srgbClr val="213345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Text 83"/>
            <p:cNvSpPr/>
            <p:nvPr/>
          </p:nvSpPr>
          <p:spPr>
            <a:xfrm>
              <a:off x="3557016" y="3867912"/>
              <a:ext cx="1093565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STORED PROCEDURE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Text 84"/>
            <p:cNvSpPr/>
            <p:nvPr/>
          </p:nvSpPr>
          <p:spPr>
            <a:xfrm>
              <a:off x="3557016" y="3995928"/>
              <a:ext cx="1093565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apply_update()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7" name="Shape 85"/>
          <p:cNvSpPr/>
          <p:nvPr/>
        </p:nvSpPr>
        <p:spPr>
          <a:xfrm>
            <a:off x="5327404" y="4082711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882BFD4-C220-62FE-6374-3A96A371728A}"/>
              </a:ext>
            </a:extLst>
          </p:cNvPr>
          <p:cNvGrpSpPr/>
          <p:nvPr/>
        </p:nvGrpSpPr>
        <p:grpSpPr>
          <a:xfrm>
            <a:off x="5553029" y="3808391"/>
            <a:ext cx="1116000" cy="548640"/>
            <a:chOff x="5020056" y="3803904"/>
            <a:chExt cx="1224000" cy="548640"/>
          </a:xfrm>
        </p:grpSpPr>
        <p:sp>
          <p:nvSpPr>
            <p:cNvPr id="88" name="Shape 86"/>
            <p:cNvSpPr/>
            <p:nvPr/>
          </p:nvSpPr>
          <p:spPr>
            <a:xfrm>
              <a:off x="5020056" y="3803904"/>
              <a:ext cx="1224000" cy="548640"/>
            </a:xfrm>
            <a:prstGeom prst="rect">
              <a:avLst/>
            </a:prstGeom>
            <a:solidFill>
              <a:srgbClr val="FFF5E0"/>
            </a:solidFill>
            <a:ln w="12700">
              <a:solidFill>
                <a:srgbClr val="FFA50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Shape 87"/>
            <p:cNvSpPr/>
            <p:nvPr/>
          </p:nvSpPr>
          <p:spPr>
            <a:xfrm>
              <a:off x="5020056" y="3803904"/>
              <a:ext cx="1224000" cy="45720"/>
            </a:xfrm>
            <a:prstGeom prst="rect">
              <a:avLst/>
            </a:prstGeom>
            <a:solidFill>
              <a:srgbClr val="FFA500"/>
            </a:solidFill>
            <a:ln w="12700">
              <a:solidFill>
                <a:srgbClr val="FFA500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ext 88"/>
            <p:cNvSpPr/>
            <p:nvPr/>
          </p:nvSpPr>
          <p:spPr>
            <a:xfrm>
              <a:off x="5084064" y="3867912"/>
              <a:ext cx="109289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CHANGE LOG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1" name="Text 89"/>
            <p:cNvSpPr/>
            <p:nvPr/>
          </p:nvSpPr>
          <p:spPr>
            <a:xfrm>
              <a:off x="5084064" y="3995928"/>
              <a:ext cx="1092899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Status: Completed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2" name="Shape 90"/>
          <p:cNvSpPr/>
          <p:nvPr/>
        </p:nvSpPr>
        <p:spPr>
          <a:xfrm>
            <a:off x="6693486" y="4082711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CFB3562-9BD5-5078-729F-F1BFB429A68E}"/>
              </a:ext>
            </a:extLst>
          </p:cNvPr>
          <p:cNvGrpSpPr/>
          <p:nvPr/>
        </p:nvGrpSpPr>
        <p:grpSpPr>
          <a:xfrm>
            <a:off x="6919115" y="3808391"/>
            <a:ext cx="1116000" cy="548640"/>
            <a:chOff x="6547104" y="3803904"/>
            <a:chExt cx="1224000" cy="548640"/>
          </a:xfrm>
        </p:grpSpPr>
        <p:sp>
          <p:nvSpPr>
            <p:cNvPr id="93" name="Shape 91"/>
            <p:cNvSpPr/>
            <p:nvPr/>
          </p:nvSpPr>
          <p:spPr>
            <a:xfrm>
              <a:off x="6547104" y="3803904"/>
              <a:ext cx="1224000" cy="548640"/>
            </a:xfrm>
            <a:prstGeom prst="rect">
              <a:avLst/>
            </a:prstGeom>
            <a:solidFill>
              <a:srgbClr val="E8F7EC"/>
            </a:solidFill>
            <a:ln w="12700">
              <a:solidFill>
                <a:srgbClr val="23A942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Shape 92"/>
            <p:cNvSpPr/>
            <p:nvPr/>
          </p:nvSpPr>
          <p:spPr>
            <a:xfrm>
              <a:off x="6547104" y="3803904"/>
              <a:ext cx="1224000" cy="45720"/>
            </a:xfrm>
            <a:prstGeom prst="rect">
              <a:avLst/>
            </a:prstGeom>
            <a:solidFill>
              <a:srgbClr val="23A942"/>
            </a:solidFill>
            <a:ln w="12700">
              <a:solidFill>
                <a:srgbClr val="23A942"/>
              </a:solidFill>
              <a:prstDash val="solid"/>
            </a:ln>
          </p:spPr>
          <p:txBody>
            <a:bodyPr/>
            <a:lstStyle/>
            <a:p>
              <a:endParaRPr lang="en-AU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Text 93"/>
            <p:cNvSpPr/>
            <p:nvPr/>
          </p:nvSpPr>
          <p:spPr>
            <a:xfrm>
              <a:off x="6611112" y="3867912"/>
              <a:ext cx="108985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" b="1" kern="0" spc="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OUTPUT</a:t>
              </a:r>
              <a:endParaRPr 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Text 94"/>
            <p:cNvSpPr/>
            <p:nvPr/>
          </p:nvSpPr>
          <p:spPr>
            <a:xfrm>
              <a:off x="6611112" y="3995928"/>
              <a:ext cx="1089851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13345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Updated Workfile</a:t>
              </a:r>
              <a:endParaRPr lang="en-US" sz="8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7" name="Shape 95"/>
          <p:cNvSpPr/>
          <p:nvPr/>
        </p:nvSpPr>
        <p:spPr>
          <a:xfrm>
            <a:off x="4216822" y="1606734"/>
            <a:ext cx="0" cy="161976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Shape 46">
            <a:extLst>
              <a:ext uri="{FF2B5EF4-FFF2-40B4-BE49-F238E27FC236}">
                <a16:creationId xmlns:a16="http://schemas.microsoft.com/office/drawing/2014/main" id="{C9E4FC71-7D5E-895F-D68D-0D3EFA8CDB39}"/>
              </a:ext>
            </a:extLst>
          </p:cNvPr>
          <p:cNvSpPr/>
          <p:nvPr/>
        </p:nvSpPr>
        <p:spPr>
          <a:xfrm>
            <a:off x="4350571" y="2712500"/>
            <a:ext cx="228599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9" name="Shape 47">
            <a:extLst>
              <a:ext uri="{FF2B5EF4-FFF2-40B4-BE49-F238E27FC236}">
                <a16:creationId xmlns:a16="http://schemas.microsoft.com/office/drawing/2014/main" id="{748D3A1C-158D-4571-922F-ABAD4D94C159}"/>
              </a:ext>
            </a:extLst>
          </p:cNvPr>
          <p:cNvSpPr/>
          <p:nvPr/>
        </p:nvSpPr>
        <p:spPr>
          <a:xfrm>
            <a:off x="4578441" y="3038866"/>
            <a:ext cx="164592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B436BC1-E608-560B-5446-B41C0845AD93}"/>
              </a:ext>
            </a:extLst>
          </p:cNvPr>
          <p:cNvGrpSpPr/>
          <p:nvPr/>
        </p:nvGrpSpPr>
        <p:grpSpPr>
          <a:xfrm>
            <a:off x="1667784" y="982941"/>
            <a:ext cx="762587" cy="548640"/>
            <a:chOff x="1988768" y="975798"/>
            <a:chExt cx="762587" cy="548640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E6A2FA3A-B755-967D-C7A3-D8FA4FB5BE77}"/>
                </a:ext>
              </a:extLst>
            </p:cNvPr>
            <p:cNvGrpSpPr/>
            <p:nvPr/>
          </p:nvGrpSpPr>
          <p:grpSpPr>
            <a:xfrm>
              <a:off x="1988768" y="975798"/>
              <a:ext cx="762587" cy="548640"/>
              <a:chOff x="3493008" y="1005840"/>
              <a:chExt cx="1224000" cy="548640"/>
            </a:xfrm>
          </p:grpSpPr>
          <p:sp>
            <p:nvSpPr>
              <p:cNvPr id="136" name="Shape 15">
                <a:extLst>
                  <a:ext uri="{FF2B5EF4-FFF2-40B4-BE49-F238E27FC236}">
                    <a16:creationId xmlns:a16="http://schemas.microsoft.com/office/drawing/2014/main" id="{AF1DF228-D12F-1724-666B-C036338EBBB9}"/>
                  </a:ext>
                </a:extLst>
              </p:cNvPr>
              <p:cNvSpPr/>
              <p:nvPr/>
            </p:nvSpPr>
            <p:spPr>
              <a:xfrm>
                <a:off x="3493008" y="1005840"/>
                <a:ext cx="1224000" cy="548640"/>
              </a:xfrm>
              <a:prstGeom prst="rect">
                <a:avLst/>
              </a:prstGeom>
              <a:solidFill>
                <a:srgbClr val="EBF0F5"/>
              </a:solidFill>
              <a:ln w="12700">
                <a:solidFill>
                  <a:srgbClr val="7030A0"/>
                </a:solidFill>
                <a:prstDash val="solid"/>
              </a:ln>
              <a:effectLst>
                <a:outerShdw blurRad="381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AU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7" name="Shape 16">
                <a:extLst>
                  <a:ext uri="{FF2B5EF4-FFF2-40B4-BE49-F238E27FC236}">
                    <a16:creationId xmlns:a16="http://schemas.microsoft.com/office/drawing/2014/main" id="{38F27543-FD5B-D4D2-D8CB-AF998CB6BD8C}"/>
                  </a:ext>
                </a:extLst>
              </p:cNvPr>
              <p:cNvSpPr/>
              <p:nvPr/>
            </p:nvSpPr>
            <p:spPr>
              <a:xfrm>
                <a:off x="3493008" y="1005840"/>
                <a:ext cx="1224000" cy="45720"/>
              </a:xfrm>
              <a:prstGeom prst="rect">
                <a:avLst/>
              </a:prstGeom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</a:ln>
            </p:spPr>
            <p:txBody>
              <a:bodyPr/>
              <a:lstStyle/>
              <a:p>
                <a:endParaRPr lang="en-AU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8" name="Text 17">
                <a:extLst>
                  <a:ext uri="{FF2B5EF4-FFF2-40B4-BE49-F238E27FC236}">
                    <a16:creationId xmlns:a16="http://schemas.microsoft.com/office/drawing/2014/main" id="{16E15665-70B8-44F9-4AB4-E77863BE0094}"/>
                  </a:ext>
                </a:extLst>
              </p:cNvPr>
              <p:cNvSpPr/>
              <p:nvPr/>
            </p:nvSpPr>
            <p:spPr>
              <a:xfrm>
                <a:off x="3557016" y="1069848"/>
                <a:ext cx="1100709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600" b="1" kern="0" spc="4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ORCHESTRATOR</a:t>
                </a:r>
                <a:endParaRPr lang="en-US" sz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9" name="Text 18">
                <a:extLst>
                  <a:ext uri="{FF2B5EF4-FFF2-40B4-BE49-F238E27FC236}">
                    <a16:creationId xmlns:a16="http://schemas.microsoft.com/office/drawing/2014/main" id="{DE58C76F-B2AE-3EC8-8A6E-E324676CD47C}"/>
                  </a:ext>
                </a:extLst>
              </p:cNvPr>
              <p:cNvSpPr/>
              <p:nvPr/>
            </p:nvSpPr>
            <p:spPr>
              <a:xfrm>
                <a:off x="3557016" y="1197864"/>
                <a:ext cx="1100709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141" name="Graphic 140" descr="Workflow with solid fill">
              <a:extLst>
                <a:ext uri="{FF2B5EF4-FFF2-40B4-BE49-F238E27FC236}">
                  <a16:creationId xmlns:a16="http://schemas.microsoft.com/office/drawing/2014/main" id="{23428350-D664-9D1D-7FF6-DD7C5EE87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1538" y="1163250"/>
              <a:ext cx="310896" cy="310896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073D6C7-EF96-1AAF-E8A9-99134D5AD00A}"/>
              </a:ext>
            </a:extLst>
          </p:cNvPr>
          <p:cNvGrpSpPr/>
          <p:nvPr/>
        </p:nvGrpSpPr>
        <p:grpSpPr>
          <a:xfrm>
            <a:off x="442114" y="3808391"/>
            <a:ext cx="762587" cy="548640"/>
            <a:chOff x="1988768" y="975798"/>
            <a:chExt cx="762587" cy="548640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79ACD6D4-E71D-F47A-02A8-D3258308CFA3}"/>
                </a:ext>
              </a:extLst>
            </p:cNvPr>
            <p:cNvGrpSpPr/>
            <p:nvPr/>
          </p:nvGrpSpPr>
          <p:grpSpPr>
            <a:xfrm>
              <a:off x="1988768" y="975798"/>
              <a:ext cx="762587" cy="548640"/>
              <a:chOff x="3493008" y="1005840"/>
              <a:chExt cx="1224000" cy="548640"/>
            </a:xfrm>
          </p:grpSpPr>
          <p:sp>
            <p:nvSpPr>
              <p:cNvPr id="146" name="Shape 15">
                <a:extLst>
                  <a:ext uri="{FF2B5EF4-FFF2-40B4-BE49-F238E27FC236}">
                    <a16:creationId xmlns:a16="http://schemas.microsoft.com/office/drawing/2014/main" id="{6D3FE5AD-FE2E-CAE4-B0BF-9B25CB875A79}"/>
                  </a:ext>
                </a:extLst>
              </p:cNvPr>
              <p:cNvSpPr/>
              <p:nvPr/>
            </p:nvSpPr>
            <p:spPr>
              <a:xfrm>
                <a:off x="3493008" y="1005840"/>
                <a:ext cx="1224000" cy="548640"/>
              </a:xfrm>
              <a:prstGeom prst="rect">
                <a:avLst/>
              </a:prstGeom>
              <a:solidFill>
                <a:srgbClr val="EBF0F5"/>
              </a:solidFill>
              <a:ln w="12700">
                <a:solidFill>
                  <a:srgbClr val="7030A0"/>
                </a:solidFill>
                <a:prstDash val="solid"/>
              </a:ln>
              <a:effectLst>
                <a:outerShdw blurRad="381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AU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7" name="Shape 16">
                <a:extLst>
                  <a:ext uri="{FF2B5EF4-FFF2-40B4-BE49-F238E27FC236}">
                    <a16:creationId xmlns:a16="http://schemas.microsoft.com/office/drawing/2014/main" id="{B5112918-D214-C3EF-2A7B-5D13F098C540}"/>
                  </a:ext>
                </a:extLst>
              </p:cNvPr>
              <p:cNvSpPr/>
              <p:nvPr/>
            </p:nvSpPr>
            <p:spPr>
              <a:xfrm>
                <a:off x="3493008" y="1005840"/>
                <a:ext cx="1224000" cy="45720"/>
              </a:xfrm>
              <a:prstGeom prst="rect">
                <a:avLst/>
              </a:prstGeom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</a:ln>
            </p:spPr>
            <p:txBody>
              <a:bodyPr/>
              <a:lstStyle/>
              <a:p>
                <a:endParaRPr lang="en-AU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Text 17">
                <a:extLst>
                  <a:ext uri="{FF2B5EF4-FFF2-40B4-BE49-F238E27FC236}">
                    <a16:creationId xmlns:a16="http://schemas.microsoft.com/office/drawing/2014/main" id="{C63421BB-66A3-EB2C-2AD2-AD2B2811F3A6}"/>
                  </a:ext>
                </a:extLst>
              </p:cNvPr>
              <p:cNvSpPr/>
              <p:nvPr/>
            </p:nvSpPr>
            <p:spPr>
              <a:xfrm>
                <a:off x="3557016" y="1069848"/>
                <a:ext cx="1100709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600" b="1" kern="0" spc="4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ORCHESTRATOR</a:t>
                </a:r>
                <a:endParaRPr lang="en-US" sz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9" name="Text 18">
                <a:extLst>
                  <a:ext uri="{FF2B5EF4-FFF2-40B4-BE49-F238E27FC236}">
                    <a16:creationId xmlns:a16="http://schemas.microsoft.com/office/drawing/2014/main" id="{19B4E662-83F0-7223-0132-B389691CC91E}"/>
                  </a:ext>
                </a:extLst>
              </p:cNvPr>
              <p:cNvSpPr/>
              <p:nvPr/>
            </p:nvSpPr>
            <p:spPr>
              <a:xfrm>
                <a:off x="3557016" y="1197864"/>
                <a:ext cx="1100709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145" name="Graphic 144" descr="Workflow with solid fill">
              <a:extLst>
                <a:ext uri="{FF2B5EF4-FFF2-40B4-BE49-F238E27FC236}">
                  <a16:creationId xmlns:a16="http://schemas.microsoft.com/office/drawing/2014/main" id="{992F1B93-BA37-0080-C4B4-071925CF1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1538" y="1163250"/>
              <a:ext cx="310896" cy="310896"/>
            </a:xfrm>
            <a:prstGeom prst="rect">
              <a:avLst/>
            </a:prstGeom>
          </p:spPr>
        </p:pic>
      </p:grpSp>
      <p:sp>
        <p:nvSpPr>
          <p:cNvPr id="150" name="Shape 36">
            <a:extLst>
              <a:ext uri="{FF2B5EF4-FFF2-40B4-BE49-F238E27FC236}">
                <a16:creationId xmlns:a16="http://schemas.microsoft.com/office/drawing/2014/main" id="{3AAAF39E-292D-8C49-2141-24AD77B419C8}"/>
              </a:ext>
            </a:extLst>
          </p:cNvPr>
          <p:cNvSpPr/>
          <p:nvPr/>
        </p:nvSpPr>
        <p:spPr>
          <a:xfrm>
            <a:off x="1229158" y="4082711"/>
            <a:ext cx="201168" cy="0"/>
          </a:xfrm>
          <a:prstGeom prst="line">
            <a:avLst/>
          </a:prstGeom>
          <a:noFill/>
          <a:ln w="15240">
            <a:solidFill>
              <a:srgbClr val="95A5A6"/>
            </a:solidFill>
            <a:prstDash val="solid"/>
            <a:tailEnd type="triangle"/>
          </a:ln>
        </p:spPr>
        <p:txBody>
          <a:bodyPr/>
          <a:lstStyle/>
          <a:p>
            <a:endParaRPr lang="en-AU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104</Words>
  <Application>Microsoft Office PowerPoint</Application>
  <PresentationFormat>On-screen Show (16:9)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Paul Chapman</cp:lastModifiedBy>
  <cp:revision>2</cp:revision>
  <dcterms:created xsi:type="dcterms:W3CDTF">2026-04-13T08:09:56Z</dcterms:created>
  <dcterms:modified xsi:type="dcterms:W3CDTF">2026-04-13T09:25:47Z</dcterms:modified>
</cp:coreProperties>
</file>